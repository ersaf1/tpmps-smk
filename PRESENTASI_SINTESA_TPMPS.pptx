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37160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60A5FA"/>
                </a:solidFill>
                <a:latin typeface="Segoe UI"/>
              </a:defRPr>
            </a:pPr>
            <a:r>
              <a:t>SISTEM INFORMASI PENJAMINAN MUTU INTERNAL (SPMI) - SINTESA TPMPS</a:t>
            </a:r>
          </a:p>
          <a:p>
            <a:pPr>
              <a:spcAft>
                <a:spcPts val="4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SINTESA TPMPS</a:t>
            </a:r>
          </a:p>
          <a:p>
            <a:pPr>
              <a:spcAft>
                <a:spcPts val="2000"/>
              </a:spcAft>
              <a:defRPr sz="2200">
                <a:solidFill>
                  <a:srgbClr val="E2E8F0"/>
                </a:solidFill>
                <a:latin typeface="Segoe UI"/>
              </a:defRPr>
            </a:pPr>
            <a:r>
              <a:t>Sistem Integrasi Penjaminan Mutu Terpadu SMK Negeri 2 Magelang</a:t>
            </a:r>
          </a:p>
          <a:p>
            <a:pPr>
              <a:spcAft>
                <a:spcPts val="36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Presentasi Hasil Screenshot Asli Setiap Akun Unit Kerja (Bukan dari Super Admin),</a:t>
            </a:r>
            <a:br/>
            <a:r>
              <a:t>Fitur Login 1-Klik Per Unit, Portal Pemeriksaan Berkas Baru, &amp; Portofolio 15 Unit Resmi.</a:t>
            </a:r>
          </a:p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SMK NEGERI 2 MAGELANG  •  SWADAYA BHINA RAHARJA  •  TAHUN AJARAN 2026/2027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MODUL 00: AUTENTIKASI PENGGUNA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Halaman Login &amp; Fitur 1-Klik Login Per Unit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 Informasi Penjaminan Mutu Internal - SMK Negeri 2 Magelang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FITUR LOGIN PER UNIT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Login Cepat 1-Klik Per Unit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Disediakan tombol khusus untuk langsung login ke masing-masing dari 15 unit resmi, KASEK, dan TPMPS tanpa harus mengetik.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Sesi &amp; Identitas Terkunci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Setiap akun memiliki sesi terpisah: WKS 1 masuk ke ruang kerja WKS 1, Kesiswaan ke ruang kesiswaan, dsb.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Otoritas Berbasis Peran (RBAC)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Pimpinan memiliki hak validasi &amp; pengesahan, sedangkan 14 unit pelaksana memiliki hak unggah dan pengelolaan berkas drive.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Dukungan Kode Singkat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Pengguna juga dapat mengetik kode singkat di input login: wks1, wks2, k3, renbang, katu, kalab, naswil, bk, bkk, ups, kasek, tpmps.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7488" y="1572768"/>
            <a:ext cx="6455664" cy="4809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STRUKTUR KEWENANGAN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Matriks Peran: Super Admin, Kepala Sekolah (1. KASEK), &amp; Ketua TPMPS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 Informasi Penjaminan Mutu Internal - SMK Negeri 2 Magelang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spcAft>
                <a:spcPts val="200"/>
              </a:spcAft>
              <a:defRPr sz="1500" b="1">
                <a:solidFill>
                  <a:srgbClr val="1E293B"/>
                </a:solidFill>
                <a:latin typeface="Segoe UI"/>
              </a:defRPr>
            </a:pPr>
            <a:r>
              <a:t>SUPER ADMIN</a:t>
            </a:r>
          </a:p>
          <a:p>
            <a:pPr>
              <a:spcAft>
                <a:spcPts val="1600"/>
              </a:spcAft>
              <a:defRPr sz="950" i="1">
                <a:solidFill>
                  <a:srgbClr val="64748B"/>
                </a:solidFill>
                <a:latin typeface="Segoe UI"/>
              </a:defRPr>
            </a:pPr>
            <a:r>
              <a:t>Pengendali Sistem &amp; Konfigurasi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Kelola Master 15 Unit Kerja: Mengatur identitas, PIC, dan kategori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Manajemen Akun Pengguna: Generate akun &amp; reset password unit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Konfigurasi Butir SNP: Menyesuaikan indikator mutu &amp; instrumen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Backup &amp; Audit Log: Menjaga integritas dan keutuhan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spcAft>
                <a:spcPts val="200"/>
              </a:spcAft>
              <a:defRPr sz="1500" b="1">
                <a:solidFill>
                  <a:srgbClr val="2563EB"/>
                </a:solidFill>
                <a:latin typeface="Segoe UI"/>
              </a:defRPr>
            </a:pPr>
            <a:r>
              <a:t>1. KASEK (KEPALA SEKOLAH)</a:t>
            </a:r>
          </a:p>
          <a:p>
            <a:pPr>
              <a:spcAft>
                <a:spcPts val="1600"/>
              </a:spcAft>
              <a:defRPr sz="950" i="1">
                <a:solidFill>
                  <a:srgbClr val="64748B"/>
                </a:solidFill>
                <a:latin typeface="Segoe UI"/>
              </a:defRPr>
            </a:pPr>
            <a:r>
              <a:t>Pengambil Keputusan &amp; Pengesah Mutu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Executive Dashboard: Memantau ketercapaian 8 SNP sekolah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Validasi Akhir Dokumen: Menyetujui / menolak berkas dari 15 unit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Pengesahan Laporan EDS: Memberikan legalitas laporan formal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Monitoring Rencana Tindak Lanjut: Memastikan eksekusi perbaikan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spcAft>
                <a:spcPts val="200"/>
              </a:spcAft>
              <a:defRPr sz="1500" b="1">
                <a:solidFill>
                  <a:srgbClr val="D97706"/>
                </a:solidFill>
                <a:latin typeface="Segoe UI"/>
              </a:defRPr>
            </a:pPr>
            <a:r>
              <a:t>7. KETUA TPMPS</a:t>
            </a:r>
          </a:p>
          <a:p>
            <a:pPr>
              <a:spcAft>
                <a:spcPts val="1600"/>
              </a:spcAft>
              <a:defRPr sz="950" i="1">
                <a:solidFill>
                  <a:srgbClr val="64748B"/>
                </a:solidFill>
                <a:latin typeface="Segoe UI"/>
              </a:defRPr>
            </a:pPr>
            <a:r>
              <a:t>Koordinator &amp; Verifikator Mutu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Audit &amp; Verifikasi Bukti Fisik: Menilai kesesuaian dokumen unit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Input Skor Evaluasi Mutu: Menilai kepatuhan butir instrumen SNP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Umpan Balik / Revisi: Memberi catatan langsung ke unit bersangkutan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✓ Penyusunan RTL: Merancang aksi mutu &amp; penetapan target waktu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PIMPINAN: AKUN 1. KASEK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Tampilan Dashboard Mutu Eksekutif (Login sebagai Kepala Sekolah)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 Informasi Penjaminan Mutu Internal - SMK Negeri 2 Magelang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FITUR DASHBOARD KASEK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Monitoring Capaian 8 SNP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Grafik radar dan progress capaian Standar Nasional Pendidikan secara real-time.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Status Kelengkapan 15 Unit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Melihat unit mana yang sudah mengunggah berkas lengkap, pending, atau memerlukan revisi.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Notifikasi Dokumen Masuk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Indikator berkas baru yang menunggu persetujuan dan pengesahan Kepala Sekolah.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Sesi Resmi Kepala Sekolah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Tampilan akun resmi Drs. H. Mulyono, M.Pd. dengan otorisasi pengesahan tertinggi.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7488" y="1572768"/>
            <a:ext cx="6455664" cy="4809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dashboard_kas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PIMPINAN: VALIDASI DOKUMEN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Portal Baru Pemeriksaan Berkas Unggahan 15 Unit Kerja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 Informasi Penjaminan Mutu Internal - SMK Negeri 2 Magelang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D97706"/>
                </a:solidFill>
                <a:latin typeface="Segoe UI"/>
              </a:defRPr>
            </a:pPr>
            <a:r>
              <a:t>TAMPILAN BARU PEMERIKSAAN DOKUMEN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1. 4 Kartu KPI Mutu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Menampilkan statistik Total Berkas, Menunggu Validasi, Telah Disahkan, dan Perlu Revisi.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2. Filter Khusus Per Unit Kerja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Pimpinan dapat memilih dropdown unit kerja tertentu untuk memeriksa bukti fisik unit tersebut tanpa tercampur.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3. Kartu Dokumen Eksekutif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Informasi lengkap: badge unit, kode berkas (DOC-ISI-002), tag SNP, ikon format file (.pdf/.xlsx/.docx), uploader, dan status.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4. Modal Inspeksi Split-Screen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• Sisi Kiri: Pratinjau berkas ber-kop resmi SMK Negeri 2 Magelang &amp; checklist bukti fisik.</a:t>
            </a:r>
            <a:br/>
            <a:r>
              <a:t>• Sisi Kanan: Form catatan koreksi/feedback dan 3 tombol aksi (Sahkan, Minta Revisi, Tolak).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7488" y="1572768"/>
            <a:ext cx="6455664" cy="4809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validasi_dokumen_kas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TPMPS: AKUN 7. UNIT KERJA TPMPS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Evaluasi Mutu &amp; Rencana Tindak Lanjut (Login sebagai Ketua TPMPS)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 Informasi Penjaminan Mutu Internal - SMK Negeri 2 Magelang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sz="1300" b="1">
                <a:solidFill>
                  <a:srgbClr val="D97706"/>
                </a:solidFill>
                <a:latin typeface="Segoe UI"/>
              </a:defRPr>
            </a:pPr>
            <a:r>
              <a:t>TUGAS AUDIT KETUA TPMPS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Audit Bukti Fisik 14 Unit Kerja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Memverifikasi kesesuaian dokumen bukti fisik dengan instrumen Standar Nasional Pendidikan.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Pengisian Skor Evaluasi Mutu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Menilai skor capaian (skala 1-4) didukung telaah fakta dokumen yang diunggah.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Penyusunan Catatan Revisi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Memberikan umpan balik langsung kepada koordinator unit kerja untuk perbaikan.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Penyusunan RTL (Rencana Tindak Lanjut)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Menetapkan aksi solutif, target waktu penyelesaian, dan penugasan unit penanggung jawab.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7488" y="1572768"/>
            <a:ext cx="6455664" cy="4809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evaluasi_mutu_tpm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PORTOFOLIO UNIT KERJA: 1. KASEK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1. KASEK (Kepala Sekolah) (Login Akun Unit)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 Informasi Penjaminan Mutu Internal - SMK Negeri 2 Magelang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Akun / PIC: Drs. H. Mulyono, M.Pd.</a:t>
            </a:r>
          </a:p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Segoe UI"/>
              </a:defRPr>
            </a:pPr>
            <a:r>
              <a:t>Email Login: kasek@smkn2magelang.sch.id</a:t>
            </a:r>
          </a:p>
          <a:p>
            <a:pPr>
              <a:spcAft>
                <a:spcPts val="600"/>
              </a:spcAft>
              <a:defRPr sz="850" i="1">
                <a:solidFill>
                  <a:srgbClr val="64748B"/>
                </a:solidFill>
                <a:latin typeface="Segoe UI"/>
              </a:defRPr>
            </a:pPr>
            <a:r>
              <a:t>SNP Diampu: Mengesahkan Seluruh 8 Standar Nasional Pendidikan (SNP)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TUGAS POKOK &amp; BUKTI FISIK (Ngapain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Melakukan validasi dan pengesahan akhir seluruh dokumen bukti fisik yang diunggah oleh 14 unit kerja.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Memantau capaian rapor mutu dan ketercapaian 8 SNP sekolah melalui Executive Dashboard.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Menandatangani dan mengesahkan Laporan Evaluasi Diri Sekolah (EDS) secara resmi.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Mengawasi tindak lanjut rekomendasi perbaikan mutu (RTL) bersama Ketua TPMPS.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FITUR &amp; AKSES SISTEM SINTESA (Bisa Apa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Executive Dashboard real-time &amp; radar chart capaian 8 SNP.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Fitur Validasi Dokumen: Preview berkas, setujui/sahkan, atau tolak dengan catatan revisi.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Modul Kelola Unit: Monitoring keaktifan unggah dan progres 15 unit kerja.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Modul Laporan EDS: Approval dan penandatanganan legalitas laporan mutu sekolah.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7488" y="1572768"/>
            <a:ext cx="6455664" cy="4809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dashboard_kas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PORTOFOLIO UNIT KERJA: 2. UNIT KERJA WKS 1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2. UNIT KERJA WKS 1 (Kurikulum) (Login Akun Unit)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 Informasi Penjaminan Mutu Internal - SMK Negeri 2 Magelang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Akun / PIC: Dra. Sri Wahyuni, M.Pd.</a:t>
            </a:r>
          </a:p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Segoe UI"/>
              </a:defRPr>
            </a:pPr>
            <a:r>
              <a:t>Email Login: wks1@smkn2magelang.sch.id</a:t>
            </a:r>
          </a:p>
          <a:p>
            <a:pPr>
              <a:spcAft>
                <a:spcPts val="600"/>
              </a:spcAft>
              <a:defRPr sz="850" i="1">
                <a:solidFill>
                  <a:srgbClr val="64748B"/>
                </a:solidFill>
                <a:latin typeface="Segoe UI"/>
              </a:defRPr>
            </a:pPr>
            <a:r>
              <a:t>SNP Diampu: Standar Isi, Standar Proses, Standar Penilaian, Standar Kompetensi Lulusan (SKL)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TUGAS POKOK &amp; BUKTI FISIK (Ngapain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Mengunggah dokumen Kurikulum Operasional Satuan Pendidikan (KOSP) dan Kalender Akademik.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Mengelola perangkat ajar: Alur Tujuan Pembelajaran (ATP), Modul Ajar, dan jadwal KBM guru.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Mengarsipkan bukti pelaksanaan asesmen (Formatif, Sumatif, PTS/PAS, dan UKK).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Menyiapkan eviden supervisi akademik guru dan pembagian jam mengajar (minimal 24 JP).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FITUR &amp; AKSES SISTEM SINTESA (Bisa Apa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Upload &amp; kelola bukti fisik kurikulum ke folder standar bersangkutan.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Melihat status verifikasi berkas oleh TPMPS &amp; Kepala Sekolah (Menunggu, Disahkan, Revisi).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Membaca catatan revisi dari pimpinan dan mengunggah dokumen perbaikan.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Memantau persentase kelengkapan dokumen kurikulum secara mandiri.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7488" y="1572768"/>
            <a:ext cx="6455664" cy="4809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drive_wks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PORTOFOLIO UNIT KERJA: 3. UNIT KERJA WKS 2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3. UNIT KERJA WKS 2 (Kesiswaan) (Login Akun Unit)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 Informasi Penjaminan Mutu Internal - SMK Negeri 2 Magelang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Akun / PIC: Bambang Sutrisno, S.Pd.</a:t>
            </a:r>
          </a:p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Segoe UI"/>
              </a:defRPr>
            </a:pPr>
            <a:r>
              <a:t>Email Login: wks2@smkn2magelang.sch.id</a:t>
            </a:r>
          </a:p>
          <a:p>
            <a:pPr>
              <a:spcAft>
                <a:spcPts val="600"/>
              </a:spcAft>
              <a:defRPr sz="850" i="1">
                <a:solidFill>
                  <a:srgbClr val="64748B"/>
                </a:solidFill>
                <a:latin typeface="Segoe UI"/>
              </a:defRPr>
            </a:pPr>
            <a:r>
              <a:t>SNP Diampu: Standar Kompetensi Lulusan (SKL - Karakter &amp; Sikap), Standar Pengelolaan (Kesiswaan)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TUGAS POKOK &amp; BUKTI FISIK (Ngapain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Mengunggah dokumen tata tertib sekolah, buku catatan kedisiplinan, dan program pembiasaan karakter.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Mengarsipkan data prestasi siswa lomba akademik/non-akademik tingkat kota/provinsi/nasional.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Mengelola portofolio kegiatan OSIS, MPK, Pramuka, Paskibra, PMR, dan ekstrakurikuler lainnya.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Mendokumentasikan pelaksanaan Masa Pengenalan Lingkungan Sekolah (MPLS) dan beasiswa siswa.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FITUR &amp; AKSES SISTEM SINTESA (Bisa Apa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Upload sertifikat kejuaraan, foto kegiatan pembinaan karakter, dan laporan kesiswaan.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Melacak status pengesahan dokumen kesiswaan oleh pimpinan.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Menanggapi feedback/catatan revisi dari TPMPS terkait kelengkapan bukti kegiatan.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Memantau progres pemenuhan instrumen karakter dan kesiswaan.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7488" y="1572768"/>
            <a:ext cx="6455664" cy="4809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drive_wks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PORTOFOLIO UNIT KERJA: 4. UNIT KERJA WKS 3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4. UNIT KERJA WKS 3 (Sarana &amp; Prasarana) (Login Akun Unit)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 Informasi Penjaminan Mutu Internal - SMK Negeri 2 Magelang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Akun / PIC: Ir. Agus Haryanto, M.T.</a:t>
            </a:r>
          </a:p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Segoe UI"/>
              </a:defRPr>
            </a:pPr>
            <a:r>
              <a:t>Email Login: wks3@smkn2magelang.sch.id</a:t>
            </a:r>
          </a:p>
          <a:p>
            <a:pPr>
              <a:spcAft>
                <a:spcPts val="600"/>
              </a:spcAft>
              <a:defRPr sz="850" i="1">
                <a:solidFill>
                  <a:srgbClr val="64748B"/>
                </a:solidFill>
                <a:latin typeface="Segoe UI"/>
              </a:defRPr>
            </a:pPr>
            <a:r>
              <a:t>SNP Diampu: Standar Sarana dan Prasarana (Sarpras)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TUGAS POKOK &amp; BUKTI FISIK (Ngapain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Mengunggah buku inventarisasi aset, tanah, denah gedung, ruang kelas, laboratorium, dan bengkel.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Mendokumentasikan jadwal dan kartu pemeliharaan berkala sarana dan peralatan praktik.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Mengarsipkan bukti kelaikan sarana K3 (APAR, jalur evakuasi, izin genset, instalasi listrik).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Menyusun usulan kebutuhan belanja modal sarpras (RKAS) dan laporan perbaikan fasilitas.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FITUR &amp; AKSES SISTEM SINTESA (Bisa Apa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Upload berkas inventaris, sertifikat kelaikan, dan laporan pemeliharaan sarpras.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Melihat status audit kelayakan sarana oleh tim verifikator TPMPS.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Memperbarui berkas sesuai rekomendasi RTL pimpinan terkait fasilitas sekolah.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Memantau skor pemenuhan Standar Sarpras di dashboard unit.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7488" y="1572768"/>
            <a:ext cx="6455664" cy="4809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drive_wks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PORTOFOLIO UNIT KERJA: 5. UNIT KERJA WKS 4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5. UNIT KERJA WKS 4 (Hubin / Humas) (Login Akun Unit)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 Informasi Penjaminan Mutu Internal - SMK Negeri 2 Magelang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Akun / PIC: Drs. Hendro Wibowo</a:t>
            </a:r>
          </a:p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Segoe UI"/>
              </a:defRPr>
            </a:pPr>
            <a:r>
              <a:t>Email Login: wks4@smkn2magelang.sch.id</a:t>
            </a:r>
          </a:p>
          <a:p>
            <a:pPr>
              <a:spcAft>
                <a:spcPts val="600"/>
              </a:spcAft>
              <a:defRPr sz="850" i="1">
                <a:solidFill>
                  <a:srgbClr val="64748B"/>
                </a:solidFill>
                <a:latin typeface="Segoe UI"/>
              </a:defRPr>
            </a:pPr>
            <a:r>
              <a:t>SNP Diampu: Standar Pengelolaan, Standar Proses (PKL &amp; Kerjasama Industri)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TUGAS POKOK &amp; BUKTI FISIK (Ngapain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Mengunggah naskah MoU / Perjanjian Kerja Sama (PKS) dengan Dunia Usaha &amp; Dunia Industri (DUDI).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Mengarsipkan pedoman, jurnal bimbingan, dan evaluasi pelaksanaan Praktik Kerja Lapangan (PKL).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Mendokumentasikan program Guru Tamu dari praktisi industri dan magang guru di industri.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Mengarsipkan dokumen sinkronisasi kurikulum berbasis kebutuhan industri dan kelas industri.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FITUR &amp; AKSES SISTEM SINTESA (Bisa Apa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Upload dokumen legalitas MoU/PKS kemitraan industri beserta masa berlakunya.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Memantau approval berkas kemitraan oleh Kepala Sekolah.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Menerima umpan balik TPMPS mengenai rasio kemitraan DUDI tiap program keahlian.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Meninjau rekapitulasi keterlibatan industri dalam kurikulum sekolah.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7488" y="1572768"/>
            <a:ext cx="6455664" cy="4809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drive_wks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PORTOFOLIO UNIT KERJA: 6. UNIT KERJA K3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6. UNIT KERJA K3 (Ketua Kompetensi Keahlian) (Login Akun Unit)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 Informasi Penjaminan Mutu Internal - SMK Negeri 2 Magelang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Akun / PIC: Eko Prasetyo, S.Kom., M.Cs.</a:t>
            </a:r>
          </a:p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Segoe UI"/>
              </a:defRPr>
            </a:pPr>
            <a:r>
              <a:t>Email Login: k3@smkn2magelang.sch.id</a:t>
            </a:r>
          </a:p>
          <a:p>
            <a:pPr>
              <a:spcAft>
                <a:spcPts val="600"/>
              </a:spcAft>
              <a:defRPr sz="850" i="1">
                <a:solidFill>
                  <a:srgbClr val="64748B"/>
                </a:solidFill>
                <a:latin typeface="Segoe UI"/>
              </a:defRPr>
            </a:pPr>
            <a:r>
              <a:t>SNP Diampu: Standar Isi Kejuruan, Standar Proses Kejuruan, Standar Penilaian Kejuruan, Sarpras Praktik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TUGAS POKOK &amp; BUKTI FISIK (Ngapain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Mengoordinasikan penyusunan kurikulum operasional konsentrasi keahlian dan jobsheet praktikum.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Mengunggah perangkat Uji Kompetensi Keahlian (UKK) skema LSP-P1 / BNSP / Industri.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Mendokumentasikan portofolio karya/proyek unggulan kejuruan berbasis pesanan nyata (PBL).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Memastikan kesiapan alat bengkel/lab kejuruan sesuai standar sertifikasi profesi.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FITUR &amp; AKSES SISTEM SINTESA (Bisa Apa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Upload dokumen instrumen kejuruan, rubrik penilaian UKK, dan sertifikasi keahlian.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Melacak verifikasi berkas kesiapan asesmen kejuruan oleh TPMPS.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Merespon catatan revisi reviewer terkait relevansi kurikulum kejuruan dengan standar KKNI.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Memantau kepatuhan standar pembelajaran vokasi di tiap kompetensi keahlian.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7488" y="1572768"/>
            <a:ext cx="6455664" cy="4809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drive_k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PORTOFOLIO UNIT KERJA: 7. UNIT KERJA TPMPS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7. UNIT KERJA TPMPS (Tim Penjaminan Mutu) (Login Akun Unit)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 Informasi Penjaminan Mutu Internal - SMK Negeri 2 Magelang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Akun / PIC: Dra. Hj. Siti Fatimah, M.M.</a:t>
            </a:r>
          </a:p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Segoe UI"/>
              </a:defRPr>
            </a:pPr>
            <a:r>
              <a:t>Email Login: tpmps@smkn2magelang.sch.id</a:t>
            </a:r>
          </a:p>
          <a:p>
            <a:pPr>
              <a:spcAft>
                <a:spcPts val="600"/>
              </a:spcAft>
              <a:defRPr sz="850" i="1">
                <a:solidFill>
                  <a:srgbClr val="64748B"/>
                </a:solidFill>
                <a:latin typeface="Segoe UI"/>
              </a:defRPr>
            </a:pPr>
            <a:r>
              <a:t>SNP Diampu: Seluruh 8 Standar Nasional Pendidikan (Audit Mutu Internal, EDS &amp; RTL)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TUGAS POKOK &amp; BUKTI FISIK (Ngapain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Mengaudit dan memverifikasi kelayakan bukti fisik yang diunggah oleh seluruh 14 unit kerja lainnya.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Mengisi instrumen skor evaluasi mutu (skala 1-4) per butir SNP berdasarkan fakta berkas.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Memberikan feedback / catatan revisi langsung kepada unit kerja jika eviden belum lengkap.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Menyusun dokumen Rencana Tindak Lanjut (RTL) mutu dan analisis kesenjangan (gap analysis).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FITUR &amp; AKSES SISTEM SINTESA (Bisa Apa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Modul Validasi: Cek antrean dokumen masuk dari semua unit, preview berkas, sahkan atau minta revisi.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Modul Evaluasi Mutu: Input skor evaluasi per butir standar SNP dan catatan telaah bukti.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Modul RTL Mutu: Formulasi rekomendasi tindak lanjut, tentukan timeline &amp; unit penanggung jawab.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Dashboard TPMPS: Pantauan agregat capaian mutu sekolah sebelum dilaporkan ke Kepala Sekolah.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7488" y="1572768"/>
            <a:ext cx="6455664" cy="4809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dashboard_tpm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PORTOFOLIO UNIT KERJA: 8. UNIT KERJA RENBANG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8. UNIT KERJA RENBANG (Perencanaan &amp; Pengembangan) (Login Akun Unit)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 Informasi Penjaminan Mutu Internal - SMK Negeri 2 Magelang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Akun / PIC: Drs. Supriyadi, M.M.</a:t>
            </a:r>
          </a:p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Segoe UI"/>
              </a:defRPr>
            </a:pPr>
            <a:r>
              <a:t>Email Login: renbang@smkn2magelang.sch.id</a:t>
            </a:r>
          </a:p>
          <a:p>
            <a:pPr>
              <a:spcAft>
                <a:spcPts val="600"/>
              </a:spcAft>
              <a:defRPr sz="850" i="1">
                <a:solidFill>
                  <a:srgbClr val="64748B"/>
                </a:solidFill>
                <a:latin typeface="Segoe UI"/>
              </a:defRPr>
            </a:pPr>
            <a:r>
              <a:t>SNP Diampu: Standar Pengelolaan, Standar Pembiayaan (RKS, RKAS, Rencana Strategis)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TUGAS POKOK &amp; BUKTI FISIK (Ngapain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Mengunggah dokumen Rencana Kerja Sekolah (RKS 4 Tahunan) dan Rencana Kerja Anggaran Sekolah (RKAS Tahunan).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Menyusun Rencana Pengembangan Sekolah (RPS) berbasis data Rapor Pendidikan Kemendikbud.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Mengarsipkan usulan program prioritas, roadmap pengembangan SMK Pusat Keunggulan, dan diversifikasi program.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Mengkaji kelayakan pengembangan fasilitas baru, teknologi ajar, dan kemitraan strategis.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FITUR &amp; AKSES SISTEM SINTESA (Bisa Apa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Upload berkas perencanaan strategis (RKS, RKAS, RPS, Roadmap).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Menyelaraskan program perencanaan dengan rekomendasi RTL dari TPMPS.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Memantau persetujuan dokumen perencanaan oleh Kepala Sekolah.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Memantau ketercapaian target milestone pengembangan jangka menengah dan panjang sekolah.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7488" y="1572768"/>
            <a:ext cx="6455664" cy="4809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drive_renb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PORTOFOLIO UNIT KERJA: 9. UNIT KERJA KATU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9. UNIT KERJA KATU (Kepala Tata Usaha) (Login Akun Unit)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 Informasi Penjaminan Mutu Internal - SMK Negeri 2 Magelang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Akun / PIC: Nurul Hidayati, S.Sos.</a:t>
            </a:r>
          </a:p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Segoe UI"/>
              </a:defRPr>
            </a:pPr>
            <a:r>
              <a:t>Email Login: katu@smkn2magelang.sch.id</a:t>
            </a:r>
          </a:p>
          <a:p>
            <a:pPr>
              <a:spcAft>
                <a:spcPts val="600"/>
              </a:spcAft>
              <a:defRPr sz="850" i="1">
                <a:solidFill>
                  <a:srgbClr val="64748B"/>
                </a:solidFill>
                <a:latin typeface="Segoe UI"/>
              </a:defRPr>
            </a:pPr>
            <a:r>
              <a:t>SNP Diampu: Standar Pendidik &amp; Tenaga Kependidikan (PTK), Standar Pembiayaan, Standar Pengelolaan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TUGAS POKOK &amp; BUKTI FISIK (Ngapain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Mengunggah database profil pendidik &amp; tenaga kependidikan (ijazah, Serdik, SK Kenaikan Pangkat/Gaji Berkala).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Mengarsipkan dokumen pertanggungjawaban keuangan (LPJ BOS, BOP, komite) dan buku kas umum.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Mengelola buku induk register siswa, arsip persuratan dinas keluar/masuk, dan legalitas kelembagaan.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Mendokumentasikan Sasaran Kinerja Pegawai (SKP) dan Penilaian Kinerja Guru/Staf (PKG/PKP).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FITUR &amp; AKSES SISTEM SINTESA (Bisa Apa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Upload berkas portofolio PTK, LPJ keuangan, dan arsip persuratan dinas.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Melacak status verifikasi dokumen tata usaha oleh tim penjamin mutu.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Menerima catatan audit administrasi dari TPMPS dan Kepala Sekolah.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Memantau indikator kepatuhan rasio PTK dan akuntabilitas keuangan sekolah.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7488" y="1572768"/>
            <a:ext cx="6455664" cy="4809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drive_ka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PORTOFOLIO UNIT KERJA: 10. UNIT KERJA KALAB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10. UNIT KERJA KALAB (Kepala Laboratorium) (Login Akun Unit)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 Informasi Penjaminan Mutu Internal - SMK Negeri 2 Magelang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Akun / PIC: Supriyanto, A.Md.</a:t>
            </a:r>
          </a:p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Segoe UI"/>
              </a:defRPr>
            </a:pPr>
            <a:r>
              <a:t>Email Login: kalab@smkn2magelang.sch.id</a:t>
            </a:r>
          </a:p>
          <a:p>
            <a:pPr>
              <a:spcAft>
                <a:spcPts val="600"/>
              </a:spcAft>
              <a:defRPr sz="850" i="1">
                <a:solidFill>
                  <a:srgbClr val="64748B"/>
                </a:solidFill>
                <a:latin typeface="Segoe UI"/>
              </a:defRPr>
            </a:pPr>
            <a:r>
              <a:t>SNP Diampu: Standar Sarana &amp; Prasarana (Laboratorium), Standar Pengelolaan Lab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TUGAS POKOK &amp; BUKTI FISIK (Ngapain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Mengunggah Standar Operasional Prosedur (SOP) keselamatan kerja laboratorium dan tata tertib pemakaian.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Mendokumentasikan jadwal penggunaan laboratorium/bengkel untuk KBM dan ujian praktik.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Mengarsipkan buku logbook penggunaan harian dan kartu riwayat pemeliharaan hardware/software/alat.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Menyusun daftar inventaris peralatan lab, spesifikasi PC/alat kerja, dan pengajuan kebutuhan bahan habis pakai.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FITUR &amp; AKSES SISTEM SINTESA (Bisa Apa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Upload SOP lab, kartu perawatan berkala, dan jadwal pemakaian ruangan lab.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Meninjau persetujuan SOP oleh pimpinan dan catatan evaluasi TPMPS.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Mengunggah bukti tindak lanjut perbaikan alat yang rusak sesuai rekomendasi.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Memantau tingkat kelaikan operasional seluruh fasilitas laboratorium sekolah.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7488" y="1572768"/>
            <a:ext cx="6455664" cy="4809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drive_ka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PORTOFOLIO UNIT KERJA: 11. UNIT KERJA PERPUSTAKAAN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11. UNIT KERJA PERPUSTAKAAN (Perpustakaan Sekolah) (Login Akun Unit)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 Informasi Penjaminan Mutu Internal - SMK Negeri 2 Magelang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Akun / PIC: Tri Utami, S.I.Pust.</a:t>
            </a:r>
          </a:p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Segoe UI"/>
              </a:defRPr>
            </a:pPr>
            <a:r>
              <a:t>Email Login: perpustakaan@smkn2magelang.sch.id</a:t>
            </a:r>
          </a:p>
          <a:p>
            <a:pPr>
              <a:spcAft>
                <a:spcPts val="600"/>
              </a:spcAft>
              <a:defRPr sz="850" i="1">
                <a:solidFill>
                  <a:srgbClr val="64748B"/>
                </a:solidFill>
                <a:latin typeface="Segoe UI"/>
              </a:defRPr>
            </a:pPr>
            <a:r>
              <a:t>SNP Diampu: Standar Sarana Perpustakaan, Standar Pengelolaan, Standar Proses (Literasi)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TUGAS POKOK &amp; BUKTI FISIK (Ngapain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Mengunggah master inventaris koleksi buku teks pelajaran, referensi umum, dan e-book perpustakaan.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Mendokumentasikan statistik kunjungan pemustaka, sirkulasi peminjaman buku, dan kepemilikan kartu anggota.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Mengarsipkan bukti pelaksanaan Gerakan Literasi Sekolah (GLS), lomba literasi, dan pojok baca kelas.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Menyusun laporan tata kelola otomasi perpustakaan (Inlislite/Senayan) dan pengadaan buku baru.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FITUR &amp; AKSES SISTEM SINTESA (Bisa Apa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Upload katalog buku, laporan sirkulasi bulanan, dan eviden kegiatan literasi sekolah.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Memantau status pengesahan berkas perpustakaan oleh Kepala Sekolah.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Menerima umpan balik dari TPMPS terkait pemenuhan rasio buku per peserta didik.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Memantau ketercapaian Standar Nasional Perpustakaan (SNP).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7488" y="1572768"/>
            <a:ext cx="6455664" cy="4809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drive_perpustaka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PORTOFOLIO UNIT KERJA: 12. UNIT KERJA NASWIL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12. UNIT KERJA NASWIL (Nasionalisme &amp; Bina Wilayah) (Login Akun Unit)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 Informasi Penjaminan Mutu Internal - SMK Negeri 2 Magelang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Akun / PIC: Drs. H. Mulyadi, M.Pd.</a:t>
            </a:r>
          </a:p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Segoe UI"/>
              </a:defRPr>
            </a:pPr>
            <a:r>
              <a:t>Email Login: naswil@smkn2magelang.sch.id</a:t>
            </a:r>
          </a:p>
          <a:p>
            <a:pPr>
              <a:spcAft>
                <a:spcPts val="600"/>
              </a:spcAft>
              <a:defRPr sz="850" i="1">
                <a:solidFill>
                  <a:srgbClr val="64748B"/>
                </a:solidFill>
                <a:latin typeface="Segoe UI"/>
              </a:defRPr>
            </a:pPr>
            <a:r>
              <a:t>SNP Diampu: Standar Kompetensi Lulusan (SKL - Nilai Karakter Pancasila &amp; Kebangsaan), Standar Pengelolaan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TUGAS POKOK &amp; BUKTI FISIK (Ngapain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Mengunggah bukti pelaksanaan upacara bendera, apel kebangsaan, dan peringatan hari besar nasional (PHBN).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Mendokumentasikan kegiatan Bela Negara, pembinaan wawasan nusantara, dan kemitraan dengan Koramil/Polsek/BNN.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Mengarsipkan laporan program sekolah Adiwiyata, bakti sosial masyarakat sekitar, dan bina lingkungan kewilayahan.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Menyusun portofolio pencegahan intoleransi, anti-perundungan (anti-bullying), dan radikalisme di sekolah.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FITUR &amp; AKSES SISTEM SINTESA (Bisa Apa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Upload laporan kegiatan kebangsaan, foto aksi sosial kemasyarakatan, dan MoU dengan instansi kewilayahan.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Memantau status verifikasi dokumen pembiasaan nasionalisme oleh TPMPS.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Merespon masukan perbaikan program pembinaan karakter wawasan kebangsaan.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Memantau pemenuhan profil pelajar Pancasila dan indikator bina lingkungan sekolah.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7488" y="1572768"/>
            <a:ext cx="6455664" cy="4809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drive_nasw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PORTOFOLIO UNIT KERJA: 13. UNIT KERJA BK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13. UNIT KERJA BK (Bimbingan Konseling) (Login Akun Unit)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 Informasi Penjaminan Mutu Internal - SMK Negeri 2 Magelang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Akun / PIC: Dra. Endang Sulastri</a:t>
            </a:r>
          </a:p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Segoe UI"/>
              </a:defRPr>
            </a:pPr>
            <a:r>
              <a:t>Email Login: bk@smkn2magelang.sch.id</a:t>
            </a:r>
          </a:p>
          <a:p>
            <a:pPr>
              <a:spcAft>
                <a:spcPts val="600"/>
              </a:spcAft>
              <a:defRPr sz="850" i="1">
                <a:solidFill>
                  <a:srgbClr val="64748B"/>
                </a:solidFill>
                <a:latin typeface="Segoe UI"/>
              </a:defRPr>
            </a:pPr>
            <a:r>
              <a:t>SNP Diampu: Standar Proses (Layanan BK), Standar Kompetensi Lulusan (Pengembangan Diri &amp; Karir)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TUGAS POKOK &amp; BUKTI FISIK (Ngapain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Mengunggah program kerja tahunan layanan bimbingan: pribadi, sosial, belajar, dan karir.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Mendokumentasikan asesmen diagnostik non-kognitif awal tahun untuk pemetaan gaya belajar dan potensi siswa.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Mengarsipkan rekapitulasi layanan konseling perorangan, bimbingan kelompok, serta penanganan kasus siswa.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Menyusun laporan peminatan jurusan, bimbingan studi lanjut ke perguruan tinggi, dan pembinaan karir kerja.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FITUR &amp; AKSES SISTEM SINTESA (Bisa Apa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Upload dokumen program kerja BK, jadwal layanan, dan rekapitulasi laporan umum.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Memantau persetujuan program kerja BK oleh Kepala Sekolah.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Menerima arahan peningkatan mutu layanan konseling dari TPMPS.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Memantau indikator ketercapaian layanan pengembangan karakter dan kepribadian siswa.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7488" y="1572768"/>
            <a:ext cx="6455664" cy="4809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drive_b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PORTOFOLIO UNIT KERJA: 14. UNIT KERJA BKK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14. UNIT KERJA BKK (Bursa Kerja Khusus) (Login Akun Unit)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 Informasi Penjaminan Mutu Internal - SMK Negeri 2 Magelang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Akun / PIC: Wahyu Nugroho, S.Pd.</a:t>
            </a:r>
          </a:p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Segoe UI"/>
              </a:defRPr>
            </a:pPr>
            <a:r>
              <a:t>Email Login: bkk@smkn2magelang.sch.id</a:t>
            </a:r>
          </a:p>
          <a:p>
            <a:pPr>
              <a:spcAft>
                <a:spcPts val="600"/>
              </a:spcAft>
              <a:defRPr sz="850" i="1">
                <a:solidFill>
                  <a:srgbClr val="64748B"/>
                </a:solidFill>
                <a:latin typeface="Segoe UI"/>
              </a:defRPr>
            </a:pPr>
            <a:r>
              <a:t>SNP Diampu: Standar Kompetensi Lulusan (SKL - Keterserapan Lulusan di DUDI / Tracer Study)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TUGAS POKOK &amp; BUKTI FISIK (Ngapain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Mengunggah rekapitulasi data Tracer Study: Bekerja, Melanjutkan Pendidikan, Wirausaha (BMW).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Mendokumentasikan pelaksanaan Bursa Kerja Khusus (Job Fair), rekrutmen langsung kampus, dan seleksi industri.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Mengarsipkan surat penempatan kerja lulusan dan data serapan kerja kurang dari 6 bulan pasca lulus.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Menyusun laporan kerjasama dengan Dinas Tenaga Kerja dan forum BKK SMK tingkat wilayah.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FITUR &amp; AKSES SISTEM SINTESA (Bisa Apa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Upload database penelusuran tamatan, bukti rekrutmen DUDI, dan foto kegiatan job fair.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Memantau validasi data serapan lulusan oleh Kepala Sekolah.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Menerima rekomendasi tindak lanjut dari TPMPS mengenai strategi peningkatan persentase serapan alumni.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Menyajikan statistik keterserapan tamatan secara transparan untuk akreditasi dan rapor mutu sekolah.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7488" y="1572768"/>
            <a:ext cx="6455664" cy="4809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drive_bk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PORTOFOLIO UNIT KERJA: 15. UNIT KERJA UPS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15. UNIT KERJA UPS (Unit Produksi Sekolah / TEFA) (Login Akun Unit)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 Informasi Penjaminan Mutu Internal - SMK Negeri 2 Magelang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Akun / PIC: Anwar Sadat, S.T.</a:t>
            </a:r>
          </a:p>
          <a:p>
            <a:pPr>
              <a:spcAft>
                <a:spcPts val="200"/>
              </a:spcAft>
              <a:defRPr sz="900">
                <a:solidFill>
                  <a:srgbClr val="D97706"/>
                </a:solidFill>
                <a:latin typeface="Segoe UI"/>
              </a:defRPr>
            </a:pPr>
            <a:r>
              <a:t>Email Login: ups@smkn2magelang.sch.id</a:t>
            </a:r>
          </a:p>
          <a:p>
            <a:pPr>
              <a:spcAft>
                <a:spcPts val="600"/>
              </a:spcAft>
              <a:defRPr sz="850" i="1">
                <a:solidFill>
                  <a:srgbClr val="64748B"/>
                </a:solidFill>
                <a:latin typeface="Segoe UI"/>
              </a:defRPr>
            </a:pPr>
            <a:r>
              <a:t>SNP Diampu: Standar Proses, Standar Pengelolaan, Standar Pembiayaan (Pembelajaran Berbasis Industri &amp; Pendapatan Jasa/Produk)</a:t>
            </a:r>
          </a:p>
          <a:p>
            <a:pPr>
              <a:spcAft>
                <a:spcPts val="2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t>TUGAS POKOK &amp; BUKTI FISIK (Ngapain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Mengunggah pedoman operasional Unit Produksi Sekolah (UPS) dan alur kerja Teaching Factory (TEFA).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Mendokumentasikan pesanan pekerjaan nyata (job order) dari masyarakat/industri yang dikerjakan siswa.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Mengarsipkan laporan omzet penjualan produk/jasa, neraca laba-rugi UPS, dan kontribusi terhadap sekolah.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• Menyusun portofolio produk barang/jasa unggulan karya siswa yang telah dipasarkan.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2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FITUR &amp; AKSES SISTEM SINTESA (Bisa Apa Aja?):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Upload SOP produksi, katalog produk/jasa UPS, dan rekapitulasi laporan keuangan unit produksi.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Memantau pengesahan dokumen kepatuhan mutu TEFA oleh Kepala Sekolah.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Menerima catatan telaah dari TPMPS terkait integrasi kurikulum kejuruan dengan lini produksi UPS.</a:t>
            </a:r>
          </a:p>
          <a:p>
            <a:pPr>
              <a:spcAft>
                <a:spcPts val="250"/>
              </a:spcAft>
              <a:defRPr sz="850">
                <a:solidFill>
                  <a:srgbClr val="0F172A"/>
                </a:solidFill>
                <a:latin typeface="Segoe UI"/>
              </a:defRPr>
            </a:pPr>
            <a:r>
              <a:t>✓ Menampilkan kinerja profesionalisme SMK Negeri 2 Magelang sebagai lembaga vokasi berbasis produk nyata.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47488" y="1572768"/>
            <a:ext cx="6455664" cy="4809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drive_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SIKLUS PENJAMINAN MUTU INTERNAL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Alur Kerja End-to-End PPEPP &amp; Siklus Validasi SINTESA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 Informasi Penjaminan Mutu Internal - SMK Negeri 2 Magelang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200"/>
              </a:spcAft>
              <a:defRPr sz="1200" b="1">
                <a:solidFill>
                  <a:srgbClr val="1E293B"/>
                </a:solidFill>
                <a:latin typeface="Segoe UI"/>
              </a:defRPr>
            </a:pPr>
            <a:r>
              <a:t>1. Penetapan (P)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Pimpinan &amp; TPMPS menetapkan target 8 SNP, indikator mutu, butir instrumen, dan penugasan 15 unit kerja.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2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2. Pelaksanaan (P)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15 Unit Kerja mengunggah berkas bukti fisik, dokumen portofolio, dan laporan kegiatan ke Drive Unit masing-masing.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200"/>
              </a:spcAft>
              <a:defRPr sz="1200" b="1">
                <a:solidFill>
                  <a:srgbClr val="D97706"/>
                </a:solidFill>
                <a:latin typeface="Segoe UI"/>
              </a:defRPr>
            </a:pPr>
            <a:r>
              <a:t>3. Evaluasi (E)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Ketua TPMPS &amp; Tim mengaudit keabsahan berkas di Modul Validasi, menginput skor evaluasi, dan memberikan catatan koreksi.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2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4. Pengendalian (P)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Kepala Sekolah mengesahkan dokumen yang valid atau menolak untuk revisi. Menyusun Laporan EDS resmi dan penandatanganan legal.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200"/>
              </a:spcAft>
              <a:defRPr sz="1200" b="1">
                <a:solidFill>
                  <a:srgbClr val="7C3AED"/>
                </a:solidFill>
                <a:latin typeface="Segoe UI"/>
              </a:defRPr>
            </a:pPr>
            <a:r>
              <a:t>5. Peningkatan (P)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Penyusunan Rencana Tindak Lanjut (RTL) berbasis kesenjangan mutu untuk peningkatan standar di periode berikutnya.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PENUTUP &amp; LEMBAR PENGESAHAN</a:t>
            </a:r>
          </a:p>
          <a:p>
            <a:pPr>
              <a:spcAft>
                <a:spcPts val="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t>Komitmen Bersama Penjaminan Mutu Berkelanjutan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Sistem Informasi Penjaminan Mutu Internal - SMK Negeri 2 Magelang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DAMPAK IMPLEMENTASI SINTESA TPMPS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Akuntabilitas Terukur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Setiap bukti fisik dari 15 unit kerja terdokumentasi rapi, terverifikasi berjenjang, dan bebas dari risiko kehilangan arsip.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Transparansi Kinerja Unit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Pimpinan dapat memantau produktivitas dan kepatuhan 15 unit kerja secara real-time dari satu dashboard terpadu.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Efisiensi Akreditasi Sekolah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Seluruh eviden siap saji untuk kebutuhan asesmen BAN-PDM, audit ISO, maupun evaluasi dinas pendidikan.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✔ Budaya Mutu Berkelanjutan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   Siklus PPEPP bertransformasi dari sekadar kewajiban administratif menjadi budaya kerja nyata di SMK Negeri 2 Magelang.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42255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LEMBAR PENGESAHAN DOKUMEN SISTEM</a:t>
            </a:r>
          </a:p>
          <a:p>
            <a:pPr algn="ctr">
              <a:spcAft>
                <a:spcPts val="30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Magelang, September 2026</a:t>
            </a:r>
          </a:p>
          <a:p>
            <a:pPr algn="ctr">
              <a:spcAft>
                <a:spcPts val="25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Mengetahui,</a:t>
            </a:r>
            <a:br/>
            <a:r>
              <a:t>Kepala SMK Negeri 2 Magelang</a:t>
            </a:r>
            <a:br/>
            <a:br/>
            <a:br/>
            <a:br/>
            <a:br/>
            <a:r>
              <a:t>( Drs. H. Mulyono, M.Pd. )</a:t>
            </a:r>
            <a:br/>
            <a:r>
              <a:t>NIP. 196803121992031004</a:t>
            </a:r>
          </a:p>
          <a:p>
            <a:pPr algn="ctr">
              <a:defRPr sz="1050">
                <a:solidFill>
                  <a:srgbClr val="0F172A"/>
                </a:solidFill>
                <a:latin typeface="Segoe UI"/>
              </a:defRPr>
            </a:pPr>
            <a:r>
              <a:t>Disetujui oleh,</a:t>
            </a:r>
            <a:br/>
            <a:r>
              <a:t>Ketua TPMPS SMK Negeri 2 Magelang</a:t>
            </a:r>
            <a:br/>
            <a:br/>
            <a:br/>
            <a:br/>
            <a:br/>
            <a:r>
              <a:t>( Dra. Hj. Siti Fatimah, M.M. )</a:t>
            </a:r>
            <a:br/>
            <a:r>
              <a:t>NIP. 197509182002122001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