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SINTESA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Pratinjau PowerPoint privat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SINTESA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Pratinjau PowerPoint privat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SINTESA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Pratinjau PowerPoint privat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